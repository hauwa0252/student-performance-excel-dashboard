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808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29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50787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1719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1719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5982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77517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8166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7195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46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23196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9765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61756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5650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29441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167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5160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7A488-7781-4416-8F89-28A9C26FC2ED}" type="datetimeFigureOut">
              <a:rPr lang="en-NG" smtClean="0"/>
              <a:t>18/04/2026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ECC0B-0F00-425E-8A35-F9582EEE0D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32700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B6F0-5B74-BE86-C103-6DDB5F2BD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Hauwa Bappa </a:t>
            </a:r>
            <a:r>
              <a:rPr lang="en-US" dirty="0" err="1"/>
              <a:t>ahmed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25a-sms-bua-0252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54E40-C272-24A6-7A51-0C22E8F4F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Digital entrepreneurship 202</a:t>
            </a:r>
          </a:p>
          <a:p>
            <a:r>
              <a:rPr lang="en-US" dirty="0"/>
              <a:t>Data analysis student performance dashboard  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78873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A88A-0DC9-A300-E5B3-28F9A793E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dataset </a:t>
            </a:r>
            <a:r>
              <a:rPr lang="en-US" dirty="0" err="1"/>
              <a:t>explaination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815E0-7CE7-FEB7-EF85-7EB65B832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excel sheet  is about school data on student’s gender, parental education, lunch and examination scores on reading, writing and math. The excel sheet explains the data of each student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3517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EB75-B7B8-2901-2AD8-90DC7314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one and two 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31318-4689-9C47-E46A-D546274F0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561" y="2397816"/>
            <a:ext cx="5079991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Average Math Score by Gender</a:t>
            </a:r>
            <a:endParaRPr lang="en-NG" dirty="0"/>
          </a:p>
          <a:p>
            <a:endParaRPr lang="en-NG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EEFFBE-B95D-1A4E-3E71-91B28DC477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95600" y="3301988"/>
            <a:ext cx="3057952" cy="166710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F4624-EA57-FE0E-0402-A4C990A55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397816"/>
            <a:ext cx="5105400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Average Reading Score by Test Preparation</a:t>
            </a:r>
            <a:endParaRPr lang="en-NG" dirty="0"/>
          </a:p>
          <a:p>
            <a:endParaRPr lang="en-NG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3FFCF10-4687-8AE2-4758-0FAECA7E247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8229143" y="3301988"/>
            <a:ext cx="327705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3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A80B-DD31-575A-0CAA-C21EDAEE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3 and 4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205CA-6B72-6D5C-FE93-A104EF795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691" y="2466113"/>
            <a:ext cx="5079991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Average Writing Score by Parent Education</a:t>
            </a:r>
            <a:endParaRPr lang="en-NG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1F8F77-98EB-9BA3-2E6C-E3BC956F93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26869" y="3698739"/>
            <a:ext cx="4029637" cy="195289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9973D-386B-03BE-F2F5-831C081D7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997313"/>
            <a:ext cx="5105400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. Number of Students by Lunch Type</a:t>
            </a:r>
            <a:endParaRPr lang="en-NG" dirty="0"/>
          </a:p>
          <a:p>
            <a:endParaRPr lang="en-NG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7216EBC-0776-CFC9-1216-3F599DF38B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167329" y="3860687"/>
            <a:ext cx="3343742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55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BB1A-5CF4-3AE9-992F-6BAA9D4A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439D0-EA2F-9C44-0E0B-9E5A3D2B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34403"/>
            <a:ext cx="10820400" cy="4024125"/>
          </a:xfrm>
        </p:spPr>
        <p:txBody>
          <a:bodyPr/>
          <a:lstStyle/>
          <a:p>
            <a:r>
              <a:rPr lang="en-US" dirty="0"/>
              <a:t>Males students are better at math</a:t>
            </a:r>
          </a:p>
          <a:p>
            <a:r>
              <a:rPr lang="en-US" dirty="0"/>
              <a:t>Most students do the standard lunch type</a:t>
            </a:r>
          </a:p>
          <a:p>
            <a:r>
              <a:rPr lang="en-US" dirty="0"/>
              <a:t>Students who prepared for the reading  test did better </a:t>
            </a:r>
          </a:p>
          <a:p>
            <a:r>
              <a:rPr lang="en-US" dirty="0"/>
              <a:t>There are 1000 students in the school</a:t>
            </a:r>
          </a:p>
          <a:p>
            <a:r>
              <a:rPr lang="en-US" dirty="0"/>
              <a:t>Students  are better at reading based on </a:t>
            </a:r>
            <a:r>
              <a:rPr lang="en-US"/>
              <a:t>the dataset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62686541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31</TotalTime>
  <Words>122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Vapor Trail</vt:lpstr>
      <vt:lpstr>Hauwa Bappa ahmed  25a-sms-bua-0252</vt:lpstr>
      <vt:lpstr>the dataset explaination</vt:lpstr>
      <vt:lpstr>Question one and two </vt:lpstr>
      <vt:lpstr>Questions 3 and 4</vt:lpstr>
      <vt:lpstr>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hauwa Bappa</dc:creator>
  <cp:lastModifiedBy>hauwa Bappa</cp:lastModifiedBy>
  <cp:revision>1</cp:revision>
  <dcterms:created xsi:type="dcterms:W3CDTF">2026-04-18T14:56:21Z</dcterms:created>
  <dcterms:modified xsi:type="dcterms:W3CDTF">2026-04-18T15:27:29Z</dcterms:modified>
</cp:coreProperties>
</file>