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9" r:id="rId3"/>
    <p:sldId id="257" r:id="rId4"/>
    <p:sldId id="258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uwa Bappa" userId="d7443a9696cfb9a2" providerId="LiveId" clId="{F6B4B44A-1D72-4AD7-B653-4ECA5F6E14C9}"/>
    <pc:docChg chg="addSld delSld modSld sldOrd">
      <pc:chgData name="hauwa Bappa" userId="d7443a9696cfb9a2" providerId="LiveId" clId="{F6B4B44A-1D72-4AD7-B653-4ECA5F6E14C9}" dt="2026-04-18T15:54:43.119" v="3" actId="2696"/>
      <pc:docMkLst>
        <pc:docMk/>
      </pc:docMkLst>
      <pc:sldChg chg="new del ord">
        <pc:chgData name="hauwa Bappa" userId="d7443a9696cfb9a2" providerId="LiveId" clId="{F6B4B44A-1D72-4AD7-B653-4ECA5F6E14C9}" dt="2026-04-18T15:54:43.119" v="3" actId="2696"/>
        <pc:sldMkLst>
          <pc:docMk/>
          <pc:sldMk cId="311076797" sldId="26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93F7A488-7781-4416-8F89-28A9C26FC2ED}" type="datetimeFigureOut">
              <a:rPr lang="en-NG" smtClean="0"/>
              <a:t>18/04/2026</a:t>
            </a:fld>
            <a:endParaRPr lang="en-N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N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80FECC0B-0F00-425E-8A35-F9582EEE0D86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1818081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7A488-7781-4416-8F89-28A9C26FC2ED}" type="datetimeFigureOut">
              <a:rPr lang="en-NG" smtClean="0"/>
              <a:t>18/04/2026</a:t>
            </a:fld>
            <a:endParaRPr lang="en-N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CC0B-0F00-425E-8A35-F9582EEE0D86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227291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93F7A488-7781-4416-8F89-28A9C26FC2ED}" type="datetimeFigureOut">
              <a:rPr lang="en-NG" smtClean="0"/>
              <a:t>18/04/2026</a:t>
            </a:fld>
            <a:endParaRPr lang="en-N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N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80FECC0B-0F00-425E-8A35-F9582EEE0D86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12507870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7A488-7781-4416-8F89-28A9C26FC2ED}" type="datetimeFigureOut">
              <a:rPr lang="en-NG" smtClean="0"/>
              <a:t>18/04/2026</a:t>
            </a:fld>
            <a:endParaRPr lang="en-N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CC0B-0F00-425E-8A35-F9582EEE0D86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2317196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7A488-7781-4416-8F89-28A9C26FC2ED}" type="datetimeFigureOut">
              <a:rPr lang="en-NG" smtClean="0"/>
              <a:t>18/04/2026</a:t>
            </a:fld>
            <a:endParaRPr lang="en-N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CC0B-0F00-425E-8A35-F9582EEE0D86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2617196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7A488-7781-4416-8F89-28A9C26FC2ED}" type="datetimeFigureOut">
              <a:rPr lang="en-NG" smtClean="0"/>
              <a:t>18/04/2026</a:t>
            </a:fld>
            <a:endParaRPr lang="en-N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CC0B-0F00-425E-8A35-F9582EEE0D86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3059823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7A488-7781-4416-8F89-28A9C26FC2ED}" type="datetimeFigureOut">
              <a:rPr lang="en-NG" smtClean="0"/>
              <a:t>18/04/2026</a:t>
            </a:fld>
            <a:endParaRPr lang="en-N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CC0B-0F00-425E-8A35-F9582EEE0D86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477517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7A488-7781-4416-8F89-28A9C26FC2ED}" type="datetimeFigureOut">
              <a:rPr lang="en-NG" smtClean="0"/>
              <a:t>18/04/2026</a:t>
            </a:fld>
            <a:endParaRPr lang="en-N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CC0B-0F00-425E-8A35-F9582EEE0D86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3781669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7A488-7781-4416-8F89-28A9C26FC2ED}" type="datetimeFigureOut">
              <a:rPr lang="en-NG" smtClean="0"/>
              <a:t>18/04/2026</a:t>
            </a:fld>
            <a:endParaRPr lang="en-N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CC0B-0F00-425E-8A35-F9582EEE0D86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3971955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7A488-7781-4416-8F89-28A9C26FC2ED}" type="datetimeFigureOut">
              <a:rPr lang="en-NG" smtClean="0"/>
              <a:t>18/04/2026</a:t>
            </a:fld>
            <a:endParaRPr lang="en-N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CC0B-0F00-425E-8A35-F9582EEE0D86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37974692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93F7A488-7781-4416-8F89-28A9C26FC2ED}" type="datetimeFigureOut">
              <a:rPr lang="en-NG" smtClean="0"/>
              <a:t>18/04/2026</a:t>
            </a:fld>
            <a:endParaRPr lang="en-N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N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80FECC0B-0F00-425E-8A35-F9582EEE0D86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5231963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93F7A488-7781-4416-8F89-28A9C26FC2ED}" type="datetimeFigureOut">
              <a:rPr lang="en-NG" smtClean="0"/>
              <a:t>18/04/2026</a:t>
            </a:fld>
            <a:endParaRPr lang="en-N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N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80FECC0B-0F00-425E-8A35-F9582EEE0D86}" type="slidenum">
              <a:rPr lang="en-NG" smtClean="0"/>
              <a:t>‹#›</a:t>
            </a:fld>
            <a:endParaRPr lang="en-NG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397655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93F7A488-7781-4416-8F89-28A9C26FC2ED}" type="datetimeFigureOut">
              <a:rPr lang="en-NG" smtClean="0"/>
              <a:t>18/04/2026</a:t>
            </a:fld>
            <a:endParaRPr lang="en-N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N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80FECC0B-0F00-425E-8A35-F9582EEE0D86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7617567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7A488-7781-4416-8F89-28A9C26FC2ED}" type="datetimeFigureOut">
              <a:rPr lang="en-NG" smtClean="0"/>
              <a:t>18/04/2026</a:t>
            </a:fld>
            <a:endParaRPr lang="en-N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CC0B-0F00-425E-8A35-F9582EEE0D86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39565066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7A488-7781-4416-8F89-28A9C26FC2ED}" type="datetimeFigureOut">
              <a:rPr lang="en-NG" smtClean="0"/>
              <a:t>18/04/2026</a:t>
            </a:fld>
            <a:endParaRPr lang="en-N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CC0B-0F00-425E-8A35-F9582EEE0D86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16294412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7A488-7781-4416-8F89-28A9C26FC2ED}" type="datetimeFigureOut">
              <a:rPr lang="en-NG" smtClean="0"/>
              <a:t>18/04/2026</a:t>
            </a:fld>
            <a:endParaRPr lang="en-N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CC0B-0F00-425E-8A35-F9582EEE0D86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20861679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93F7A488-7781-4416-8F89-28A9C26FC2ED}" type="datetimeFigureOut">
              <a:rPr lang="en-NG" smtClean="0"/>
              <a:t>18/04/2026</a:t>
            </a:fld>
            <a:endParaRPr lang="en-N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N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80FECC0B-0F00-425E-8A35-F9582EEE0D86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23516041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F7A488-7781-4416-8F89-28A9C26FC2ED}" type="datetimeFigureOut">
              <a:rPr lang="en-NG" smtClean="0"/>
              <a:t>18/04/2026</a:t>
            </a:fld>
            <a:endParaRPr lang="en-N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FECC0B-0F00-425E-8A35-F9582EEE0D86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25327000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B6F0-5B74-BE86-C103-6DDB5F2BDF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Hauwa Bappa </a:t>
            </a:r>
            <a:r>
              <a:rPr lang="en-US" dirty="0" err="1"/>
              <a:t>ahmed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25a-sms-bua-0252</a:t>
            </a:r>
            <a:endParaRPr lang="en-N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954E40-C272-24A6-7A51-0C22E8F4FC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Digital entrepreneurship 202</a:t>
            </a:r>
          </a:p>
          <a:p>
            <a:r>
              <a:rPr lang="en-US" dirty="0"/>
              <a:t>Data analysis student performance dashboard  </a:t>
            </a:r>
          </a:p>
          <a:p>
            <a:endParaRPr lang="en-NG" dirty="0"/>
          </a:p>
        </p:txBody>
      </p:sp>
    </p:spTree>
    <p:extLst>
      <p:ext uri="{BB962C8B-B14F-4D97-AF65-F5344CB8AC3E}">
        <p14:creationId xmlns:p14="http://schemas.microsoft.com/office/powerpoint/2010/main" val="17887307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2A88A-0DC9-A300-E5B3-28F9A793EC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dataset </a:t>
            </a:r>
            <a:r>
              <a:rPr lang="en-US" dirty="0" err="1"/>
              <a:t>explaination</a:t>
            </a:r>
            <a:endParaRPr lang="en-N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E815E0-7CE7-FEB7-EF85-7EB65B8329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excel sheet  is about school data on student’s gender, parental education, lunch and examination scores on reading, writing and math. The excel sheet explains the data of each student</a:t>
            </a:r>
          </a:p>
          <a:p>
            <a:endParaRPr lang="en-NG" dirty="0"/>
          </a:p>
        </p:txBody>
      </p:sp>
    </p:spTree>
    <p:extLst>
      <p:ext uri="{BB962C8B-B14F-4D97-AF65-F5344CB8AC3E}">
        <p14:creationId xmlns:p14="http://schemas.microsoft.com/office/powerpoint/2010/main" val="435179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BEB75-B7B8-2901-2AD8-90DC73147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one and two </a:t>
            </a:r>
            <a:endParaRPr lang="en-N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A31318-4689-9C47-E46A-D546274F0A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73561" y="2397816"/>
            <a:ext cx="5079991" cy="823912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Average Math Score by Gender</a:t>
            </a:r>
            <a:endParaRPr lang="en-NG" dirty="0"/>
          </a:p>
          <a:p>
            <a:endParaRPr lang="en-NG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EEEFFBE-B95D-1A4E-3E71-91B28DC4779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895600" y="3301988"/>
            <a:ext cx="3057952" cy="1667108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9F4624-EA57-FE0E-0402-A4C990A555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800" y="2397816"/>
            <a:ext cx="5105400" cy="823912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Average Reading Score by Test Preparation</a:t>
            </a:r>
            <a:endParaRPr lang="en-NG" dirty="0"/>
          </a:p>
          <a:p>
            <a:endParaRPr lang="en-NG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13FFCF10-4687-8AE2-4758-0FAECA7E247F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8229143" y="3301988"/>
            <a:ext cx="327705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533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FA80B-DD31-575A-0CAA-C21EDAEEE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 3 and 4</a:t>
            </a:r>
            <a:endParaRPr lang="en-N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0205CA-6B72-6D5C-FE93-A104EF7959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1691" y="2466113"/>
            <a:ext cx="5079991" cy="823912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Average Writing Score by Parent Education</a:t>
            </a:r>
            <a:endParaRPr lang="en-NG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01F8F77-98EB-9BA3-2E6C-E3BC956F93B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326869" y="3698739"/>
            <a:ext cx="4029637" cy="1952898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39973D-386B-03BE-F2F5-831C081D72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800" y="2997313"/>
            <a:ext cx="5105400" cy="823912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. Number of Students by Lunch Type</a:t>
            </a:r>
            <a:endParaRPr lang="en-NG" dirty="0"/>
          </a:p>
          <a:p>
            <a:endParaRPr lang="en-NG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7216EBC-0776-CFC9-1216-3F599DF38B4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7167329" y="3860687"/>
            <a:ext cx="3343742" cy="16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655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6BB1A-5CF4-3AE9-992F-6BAA9D4AE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findings</a:t>
            </a:r>
            <a:endParaRPr lang="en-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0439D0-EA2F-9C44-0E0B-9E5A3D2B12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434403"/>
            <a:ext cx="10820400" cy="4024125"/>
          </a:xfrm>
        </p:spPr>
        <p:txBody>
          <a:bodyPr/>
          <a:lstStyle/>
          <a:p>
            <a:r>
              <a:rPr lang="en-US" dirty="0"/>
              <a:t>Males students are better at math</a:t>
            </a:r>
          </a:p>
          <a:p>
            <a:r>
              <a:rPr lang="en-US" dirty="0"/>
              <a:t>Most students do the standard lunch type</a:t>
            </a:r>
          </a:p>
          <a:p>
            <a:r>
              <a:rPr lang="en-US" dirty="0"/>
              <a:t>Students who prepared for the reading  test did better </a:t>
            </a:r>
          </a:p>
          <a:p>
            <a:r>
              <a:rPr lang="en-US" dirty="0"/>
              <a:t>There are 1000 students in the school</a:t>
            </a:r>
          </a:p>
          <a:p>
            <a:r>
              <a:rPr lang="en-US" dirty="0"/>
              <a:t>Students  are better at reading based on </a:t>
            </a:r>
            <a:r>
              <a:rPr lang="en-US"/>
              <a:t>the dataset</a:t>
            </a:r>
          </a:p>
          <a:p>
            <a:pPr marL="0" indent="0">
              <a:buNone/>
            </a:pPr>
            <a:r>
              <a:rPr lang="en-US" dirty="0"/>
              <a:t> </a:t>
            </a:r>
            <a:endParaRPr lang="en-NG" dirty="0"/>
          </a:p>
        </p:txBody>
      </p:sp>
    </p:spTree>
    <p:extLst>
      <p:ext uri="{BB962C8B-B14F-4D97-AF65-F5344CB8AC3E}">
        <p14:creationId xmlns:p14="http://schemas.microsoft.com/office/powerpoint/2010/main" val="162686541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39</TotalTime>
  <Words>122</Words>
  <Application>Microsoft Office PowerPoint</Application>
  <PresentationFormat>Widescreen</PresentationFormat>
  <Paragraphs>18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Century Gothic</vt:lpstr>
      <vt:lpstr>Vapor Trail</vt:lpstr>
      <vt:lpstr>Hauwa Bappa ahmed  25a-sms-bua-0252</vt:lpstr>
      <vt:lpstr>the dataset explaination</vt:lpstr>
      <vt:lpstr>Question one and two </vt:lpstr>
      <vt:lpstr>Questions 3 and 4</vt:lpstr>
      <vt:lpstr>findings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hauwa Bappa</dc:creator>
  <cp:lastModifiedBy>hauwa Bappa</cp:lastModifiedBy>
  <cp:revision>1</cp:revision>
  <dcterms:created xsi:type="dcterms:W3CDTF">2026-04-18T14:56:21Z</dcterms:created>
  <dcterms:modified xsi:type="dcterms:W3CDTF">2026-04-18T15:54:44Z</dcterms:modified>
</cp:coreProperties>
</file>